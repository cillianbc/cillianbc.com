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47"/>
    <p:restoredTop sz="94694"/>
  </p:normalViewPr>
  <p:slideViewPr>
    <p:cSldViewPr snapToGrid="0">
      <p:cViewPr varScale="1">
        <p:scale>
          <a:sx n="95" d="100"/>
          <a:sy n="95" d="100"/>
        </p:scale>
        <p:origin x="200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6A689-2F7B-B3F4-883D-E3E41E5C1D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31A887-1C92-7A10-C12E-A30790F13D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1199D-FEA9-7BFE-EC51-1F2EC4950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67219-61CE-A949-BC0F-46494A04C6CA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D421-E12D-D512-4AD1-A6F3F5814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79278-BF14-7BA4-042A-81223EE33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5850B-ED92-254E-8AB9-C10804316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326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29D41-6DEE-D184-375B-3E8BD7C3F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CD358-A039-A308-ED2D-BF01972E9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B526D-42D8-6865-F9DF-6C2D41BB1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67219-61CE-A949-BC0F-46494A04C6CA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4954B-8037-2CAA-A0DA-87F03BF67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37DC9-93DD-E0A2-A77C-FCC4FB6FC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5850B-ED92-254E-8AB9-C10804316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29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21A86-3F98-D718-F6FC-940D0E2E6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C3BEC-C0A0-1CD7-316C-191CE7F56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E57EF-D8F7-72E0-5D43-0131F5BB5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67219-61CE-A949-BC0F-46494A04C6CA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5036C-98A6-1BA1-8815-8D3E3C814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2D32B-934B-3272-D0CC-43758D5E8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5850B-ED92-254E-8AB9-C10804316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816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6882B-8F9E-BB82-1034-893ADF391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96270-912F-B540-0A66-DC2F8FE532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48D039-19EE-FBBA-B8E1-3650263F76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DCB39-76F2-D3EB-3A50-71A9E7483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67219-61CE-A949-BC0F-46494A04C6CA}" type="datetimeFigureOut">
              <a:rPr lang="en-US" smtClean="0"/>
              <a:t>3/29/26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4E0402-D156-B47D-2401-95AD6727A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BEC74F-A03C-EB03-53DE-4B03FF9C2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5850B-ED92-254E-8AB9-C10804316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398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DDFAB-169C-2830-5E26-E1ACF5E64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9D25B0-E70B-F60D-CBDF-EF14848E1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3C834F-0634-17E3-49BD-50A54675C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88EC28-A41B-AF82-73E2-EEE77CACD9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EF637C-CF0C-8CE2-E5DC-67C41901BE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9F816B-D522-8BBF-A23F-ACBE661AC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67219-61CE-A949-BC0F-46494A04C6CA}" type="datetimeFigureOut">
              <a:rPr lang="en-US" smtClean="0"/>
              <a:t>3/29/26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DC8728-B5B9-0DB6-6661-59454EC2B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195BD9-F376-C51E-A4C9-834F3C841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5850B-ED92-254E-8AB9-C10804316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702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07955-4C27-45CE-9245-9B0B4008C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76564F-907D-61AF-813D-BAF17A20F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67219-61CE-A949-BC0F-46494A04C6CA}" type="datetimeFigureOut">
              <a:rPr lang="en-US" smtClean="0"/>
              <a:t>3/29/26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486097-24C2-E9AE-8E19-873B44CE8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26B738-8A67-3A13-51BA-E18559ADC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5850B-ED92-254E-8AB9-C10804316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220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79D07B-7E1E-C210-A310-87D10A559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67219-61CE-A949-BC0F-46494A04C6CA}" type="datetimeFigureOut">
              <a:rPr lang="en-US" smtClean="0"/>
              <a:t>3/29/26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4BAEF8-8731-A6AA-C84C-6418AFDF6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F3159E-DF58-AFEE-82ED-CBC221793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5850B-ED92-254E-8AB9-C10804316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291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65BE6-B8B4-F347-F030-3B314A26E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A12A6-3680-70B4-9D79-9B51AAE27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510D41-1846-A3DC-DA12-42E960CEFF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D07756-23AD-4501-D07E-69C93E17F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67219-61CE-A949-BC0F-46494A04C6CA}" type="datetimeFigureOut">
              <a:rPr lang="en-US" smtClean="0"/>
              <a:t>3/29/26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362415-0CE6-14C1-F738-68B0DCC69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902FF9-C81B-5FA0-0C8A-D689889AE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5850B-ED92-254E-8AB9-C10804316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849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5F8AA-E5A9-E9ED-8D98-31622398B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E6EBBC-E185-7C50-E47E-E62512CB28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E87C6E-2530-A69E-7BEF-F4C9338F11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794835-A7F9-4EF5-7A61-FEF3F8EFA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67219-61CE-A949-BC0F-46494A04C6CA}" type="datetimeFigureOut">
              <a:rPr lang="en-US" smtClean="0"/>
              <a:t>3/29/26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EFE813-79E6-63D3-093F-3B899628F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FD941F-C3B0-A7C8-F079-349B37A30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5850B-ED92-254E-8AB9-C10804316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945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73BDE-3D5F-6FC2-2811-95CDE04D4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DBD35B-D79C-3E9B-BFD4-550E52174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D8679-623B-DE25-1C51-AD85ECFE7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67219-61CE-A949-BC0F-46494A04C6CA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EE162-124A-B8B2-B6BF-8977FA877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7A303-7CB5-E81C-24DA-356FA46C3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5850B-ED92-254E-8AB9-C10804316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818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880E14-4B63-96B9-F829-41708492A3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CC69F6-5DB9-3D71-C9B7-C6DC31A64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F611D-A80D-68AD-9676-4856DF8C0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67219-61CE-A949-BC0F-46494A04C6CA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23E61-9076-2ECB-457D-CD43E08E8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F8A38-AEF9-8411-C92A-F657EA3DD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5850B-ED92-254E-8AB9-C10804316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048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1546CB-3894-7B82-4787-58D80DC95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A7E817-E4B5-5E71-9BFE-676E9B7BBD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2A90E-BC47-04C0-CE0F-4A5CE59503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C67219-61CE-A949-BC0F-46494A04C6CA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E6F63-E77B-C728-F8F9-12958B9A6F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EEDEF-9E23-E8F9-A4A7-06DAC7C8C3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85850B-ED92-254E-8AB9-C10804316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163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img.com/png/53796-grandmother-image-free-photo-p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5F342-156B-F115-679A-A86E13C71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616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Care Pathway</a:t>
            </a:r>
          </a:p>
        </p:txBody>
      </p:sp>
      <p:pic>
        <p:nvPicPr>
          <p:cNvPr id="5" name="Content Placeholder 4" descr="Grandmother Image Free Photo PNG Transparent HQ PNG Download | FreePNGimg">
            <a:extLst>
              <a:ext uri="{FF2B5EF4-FFF2-40B4-BE49-F238E27FC236}">
                <a16:creationId xmlns:a16="http://schemas.microsoft.com/office/drawing/2014/main" id="{EAAA2096-B904-50CA-3647-C0D909D238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964697" y="2504977"/>
            <a:ext cx="1877125" cy="2627975"/>
          </a:xfr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0558A5C-6B0B-E362-6359-F44FDA39FCE4}"/>
              </a:ext>
            </a:extLst>
          </p:cNvPr>
          <p:cNvCxnSpPr/>
          <p:nvPr/>
        </p:nvCxnSpPr>
        <p:spPr>
          <a:xfrm>
            <a:off x="4477871" y="2097741"/>
            <a:ext cx="914400" cy="9144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9CE119C-B466-278B-2950-383E919B8DD5}"/>
              </a:ext>
            </a:extLst>
          </p:cNvPr>
          <p:cNvSpPr txBox="1"/>
          <p:nvPr/>
        </p:nvSpPr>
        <p:spPr>
          <a:xfrm>
            <a:off x="3926541" y="1788459"/>
            <a:ext cx="467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GP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47955F1-5912-F85D-F40B-3FD5F1EE9ACA}"/>
              </a:ext>
            </a:extLst>
          </p:cNvPr>
          <p:cNvCxnSpPr>
            <a:cxnSpLocks/>
          </p:cNvCxnSpPr>
          <p:nvPr/>
        </p:nvCxnSpPr>
        <p:spPr>
          <a:xfrm>
            <a:off x="3926541" y="3671047"/>
            <a:ext cx="13716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96EA8FB-3081-B89A-5536-BB276F179E20}"/>
              </a:ext>
            </a:extLst>
          </p:cNvPr>
          <p:cNvSpPr txBox="1"/>
          <p:nvPr/>
        </p:nvSpPr>
        <p:spPr>
          <a:xfrm>
            <a:off x="2272553" y="3429000"/>
            <a:ext cx="1663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Physiotherapist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240F900-CBFE-8D49-3BDD-F1F346F02B73}"/>
              </a:ext>
            </a:extLst>
          </p:cNvPr>
          <p:cNvCxnSpPr/>
          <p:nvPr/>
        </p:nvCxnSpPr>
        <p:spPr>
          <a:xfrm flipH="1">
            <a:off x="3677770" y="4545106"/>
            <a:ext cx="1869141" cy="79337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98B362E-65C3-EA84-E661-F3AF1A8D759E}"/>
              </a:ext>
            </a:extLst>
          </p:cNvPr>
          <p:cNvSpPr txBox="1"/>
          <p:nvPr/>
        </p:nvSpPr>
        <p:spPr>
          <a:xfrm>
            <a:off x="1438835" y="5218321"/>
            <a:ext cx="4260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Occupational Therapist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652B3A2-9B12-B16F-7E30-54032D4498BE}"/>
              </a:ext>
            </a:extLst>
          </p:cNvPr>
          <p:cNvCxnSpPr/>
          <p:nvPr/>
        </p:nvCxnSpPr>
        <p:spPr>
          <a:xfrm flipV="1">
            <a:off x="6494929" y="2157791"/>
            <a:ext cx="1546412" cy="8543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EEABF23-BB6A-59B5-82E6-293E180B2901}"/>
              </a:ext>
            </a:extLst>
          </p:cNvPr>
          <p:cNvSpPr txBox="1"/>
          <p:nvPr/>
        </p:nvSpPr>
        <p:spPr>
          <a:xfrm>
            <a:off x="8175812" y="2097741"/>
            <a:ext cx="1469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Social Worker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7C29B20-16CE-886A-30D0-C970FDE88D4D}"/>
              </a:ext>
            </a:extLst>
          </p:cNvPr>
          <p:cNvCxnSpPr/>
          <p:nvPr/>
        </p:nvCxnSpPr>
        <p:spPr>
          <a:xfrm>
            <a:off x="6629400" y="3865567"/>
            <a:ext cx="154641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5CDE2BA-C3C5-D496-9F85-B325D4626A47}"/>
              </a:ext>
            </a:extLst>
          </p:cNvPr>
          <p:cNvSpPr txBox="1"/>
          <p:nvPr/>
        </p:nvSpPr>
        <p:spPr>
          <a:xfrm>
            <a:off x="8296835" y="3671047"/>
            <a:ext cx="1877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Pharmacist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9CFAF78-910C-EA46-DBAB-D596CB742117}"/>
              </a:ext>
            </a:extLst>
          </p:cNvPr>
          <p:cNvCxnSpPr/>
          <p:nvPr/>
        </p:nvCxnSpPr>
        <p:spPr>
          <a:xfrm flipV="1">
            <a:off x="6817659" y="3012141"/>
            <a:ext cx="1775012" cy="41685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2B74B15-6E55-351C-F1EF-9BCCF1DA63E2}"/>
              </a:ext>
            </a:extLst>
          </p:cNvPr>
          <p:cNvSpPr txBox="1"/>
          <p:nvPr/>
        </p:nvSpPr>
        <p:spPr>
          <a:xfrm>
            <a:off x="8740588" y="3012141"/>
            <a:ext cx="2420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Care support services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BA3553B-95DC-B20E-B246-14B76B5F579A}"/>
              </a:ext>
            </a:extLst>
          </p:cNvPr>
          <p:cNvCxnSpPr/>
          <p:nvPr/>
        </p:nvCxnSpPr>
        <p:spPr>
          <a:xfrm>
            <a:off x="6817659" y="4545106"/>
            <a:ext cx="1479176" cy="56477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24D88AB-8419-56F9-DDA1-8F5754ADEF9A}"/>
              </a:ext>
            </a:extLst>
          </p:cNvPr>
          <p:cNvSpPr txBox="1"/>
          <p:nvPr/>
        </p:nvSpPr>
        <p:spPr>
          <a:xfrm>
            <a:off x="8296835" y="5109882"/>
            <a:ext cx="1761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Falls clinic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FC39698-7E09-5A41-7751-8180D0D0D8B1}"/>
              </a:ext>
            </a:extLst>
          </p:cNvPr>
          <p:cNvCxnSpPr/>
          <p:nvPr/>
        </p:nvCxnSpPr>
        <p:spPr>
          <a:xfrm flipH="1">
            <a:off x="5669441" y="5218321"/>
            <a:ext cx="271550" cy="86061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2535AA6-E077-72A6-1C1C-49E8D6F2F39A}"/>
              </a:ext>
            </a:extLst>
          </p:cNvPr>
          <p:cNvSpPr txBox="1"/>
          <p:nvPr/>
        </p:nvSpPr>
        <p:spPr>
          <a:xfrm>
            <a:off x="5136776" y="6078933"/>
            <a:ext cx="24608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Memory clinic (Husband)</a:t>
            </a:r>
          </a:p>
        </p:txBody>
      </p:sp>
    </p:spTree>
    <p:extLst>
      <p:ext uri="{BB962C8B-B14F-4D97-AF65-F5344CB8AC3E}">
        <p14:creationId xmlns:p14="http://schemas.microsoft.com/office/powerpoint/2010/main" val="870432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19</Words>
  <Application>Microsoft Macintosh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Care Pathway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Cillian Bracken Conway</dc:creator>
  <cp:lastModifiedBy>Cillian Bracken Conway</cp:lastModifiedBy>
  <cp:revision>1</cp:revision>
  <dcterms:created xsi:type="dcterms:W3CDTF">2026-03-29T12:28:30Z</dcterms:created>
  <dcterms:modified xsi:type="dcterms:W3CDTF">2026-03-29T12:45:19Z</dcterms:modified>
</cp:coreProperties>
</file>